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vya gutta" userId="a6afbe4dc73ed7fe" providerId="LiveId" clId="{4A8FB79E-CA2A-4CAB-BCB8-E703011114D5}"/>
    <pc:docChg chg="custSel modSld">
      <pc:chgData name="Bhavya gutta" userId="a6afbe4dc73ed7fe" providerId="LiveId" clId="{4A8FB79E-CA2A-4CAB-BCB8-E703011114D5}" dt="2026-01-08T04:07:59.061" v="0" actId="478"/>
      <pc:docMkLst>
        <pc:docMk/>
      </pc:docMkLst>
      <pc:sldChg chg="delSp mod">
        <pc:chgData name="Bhavya gutta" userId="a6afbe4dc73ed7fe" providerId="LiveId" clId="{4A8FB79E-CA2A-4CAB-BCB8-E703011114D5}" dt="2026-01-08T04:07:59.061" v="0" actId="478"/>
        <pc:sldMkLst>
          <pc:docMk/>
          <pc:sldMk cId="3144826250" sldId="263"/>
        </pc:sldMkLst>
        <pc:spChg chg="del">
          <ac:chgData name="Bhavya gutta" userId="a6afbe4dc73ed7fe" providerId="LiveId" clId="{4A8FB79E-CA2A-4CAB-BCB8-E703011114D5}" dt="2026-01-08T04:07:59.061" v="0" actId="478"/>
          <ac:spMkLst>
            <pc:docMk/>
            <pc:sldMk cId="3144826250" sldId="263"/>
            <ac:spMk id="5" creationId="{EDD31E78-FACD-A2F2-8621-0A9F978AD01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CRAVECONNECT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real time recipe sharing platform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–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3816" y="3886200"/>
            <a:ext cx="7644384" cy="1752600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2410030225 – Singireddy Sahasra Reddy</a:t>
            </a:r>
          </a:p>
          <a:p>
            <a:r>
              <a:rPr lang="en-IN" dirty="0"/>
              <a:t>2410030045 – Bhavya Gutta</a:t>
            </a:r>
          </a:p>
          <a:p>
            <a:r>
              <a:rPr lang="en-IN" dirty="0"/>
              <a:t>2410030224 – </a:t>
            </a:r>
            <a:r>
              <a:rPr lang="en-IN" dirty="0" err="1"/>
              <a:t>Momula</a:t>
            </a:r>
            <a:r>
              <a:rPr lang="en-IN" dirty="0"/>
              <a:t> Rakshitha</a:t>
            </a:r>
          </a:p>
          <a:p>
            <a:r>
              <a:rPr lang="en-IN" dirty="0"/>
              <a:t>2410030415 – K. Tagore Sai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 and Objective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addressed by the application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users and use cases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scope of the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HTML, CSS, JavaScript, React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Java, Spring Boot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MySQL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Git, Maven, IDE (Eclipse)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CRAVE CONNECT</a:t>
            </a:r>
            <a:br>
              <a:rPr lang="en-IN" dirty="0"/>
            </a:br>
            <a:endParaRPr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75C1154-25E3-15EE-C0C9-7CED8BA6F96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7175" y="1443108"/>
            <a:ext cx="8734425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b="1" dirty="0">
                <a:latin typeface="Arial" panose="020B0604020202020204" pitchFamily="34" charset="0"/>
              </a:rPr>
              <a:t>Objective: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design and develop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CraveConnect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 Full Stack web application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sharing and discovering food recipes.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provide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role-based platform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where users, chefs, and administrators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interact securely and efficiently.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enable users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create, view, rate, comment, and manage recipes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a structured database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implement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 authentication and authorization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Java backend technologies.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Societal Need: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encourage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healthy home cooking and knowledge sharing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reduce dependence on unhealthy fast food, and support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local and home-based chefs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giving them a platform to showcase their skills.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br>
              <a:rPr lang="en-US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Existing social media platforms are </a:t>
            </a:r>
            <a:r>
              <a:rPr lang="en-US" b="1" dirty="0"/>
              <a:t>generic</a:t>
            </a:r>
            <a:r>
              <a:rPr lang="en-US" dirty="0"/>
              <a:t> and not focused on cooking and recipes.</a:t>
            </a:r>
          </a:p>
          <a:p>
            <a:r>
              <a:rPr lang="en-US" dirty="0"/>
              <a:t>Users find it difficult to </a:t>
            </a:r>
            <a:r>
              <a:rPr lang="en-US" b="1" dirty="0"/>
              <a:t>discover reliable recipes</a:t>
            </a:r>
            <a:r>
              <a:rPr lang="en-US" dirty="0"/>
              <a:t> from trusted creators.</a:t>
            </a:r>
          </a:p>
          <a:p>
            <a:r>
              <a:rPr lang="en-US" dirty="0"/>
              <a:t>There is no proper system for </a:t>
            </a:r>
            <a:r>
              <a:rPr lang="en-US" b="1" dirty="0"/>
              <a:t>moderation, quality control, and recognition</a:t>
            </a:r>
            <a:r>
              <a:rPr lang="en-US" dirty="0"/>
              <a:t> for chefs.</a:t>
            </a:r>
          </a:p>
          <a:p>
            <a:r>
              <a:rPr lang="en-US" dirty="0"/>
              <a:t>Lack of a </a:t>
            </a:r>
            <a:r>
              <a:rPr lang="en-US" b="1" dirty="0"/>
              <a:t>community-driven platform</a:t>
            </a:r>
            <a:r>
              <a:rPr lang="en-US" dirty="0"/>
              <a:t> for sharing cooking knowledge in a structured way.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3491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users and use cases</a:t>
            </a:r>
            <a:br>
              <a:rPr lang="en-US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17452"/>
            <a:ext cx="8229600" cy="599283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/>
              <a:t>End Users (Foodies)</a:t>
            </a:r>
          </a:p>
          <a:p>
            <a:r>
              <a:rPr lang="en-US" sz="1800" dirty="0"/>
              <a:t>Browse and search recipes</a:t>
            </a:r>
          </a:p>
          <a:p>
            <a:r>
              <a:rPr lang="en-US" sz="1800" dirty="0"/>
              <a:t>Like, rate, comment, and bookmark recipes</a:t>
            </a:r>
          </a:p>
          <a:p>
            <a:pPr marL="0" indent="0">
              <a:buNone/>
            </a:pPr>
            <a:r>
              <a:rPr lang="en-US" sz="1800" b="1" dirty="0"/>
              <a:t>Chefs</a:t>
            </a:r>
          </a:p>
          <a:p>
            <a:r>
              <a:rPr lang="en-US" sz="1800" dirty="0"/>
              <a:t>Post and manage recipes</a:t>
            </a:r>
          </a:p>
          <a:p>
            <a:r>
              <a:rPr lang="en-US" sz="1800" dirty="0"/>
              <a:t>Gain followers and earn points</a:t>
            </a:r>
          </a:p>
          <a:p>
            <a:pPr marL="0" indent="0">
              <a:buNone/>
            </a:pPr>
            <a:r>
              <a:rPr lang="en-US" sz="1800" b="1" dirty="0"/>
              <a:t>Administrators</a:t>
            </a:r>
          </a:p>
          <a:p>
            <a:r>
              <a:rPr lang="en-US" sz="1800" dirty="0"/>
              <a:t>Approve or reject recipes</a:t>
            </a:r>
          </a:p>
          <a:p>
            <a:r>
              <a:rPr lang="en-US" sz="1800" dirty="0"/>
              <a:t>Manage users and content</a:t>
            </a:r>
          </a:p>
          <a:p>
            <a:r>
              <a:rPr lang="en-US" sz="1800" dirty="0"/>
              <a:t>Monitor platform activity</a:t>
            </a:r>
          </a:p>
          <a:p>
            <a:pPr marL="0" indent="0">
              <a:buNone/>
            </a:pPr>
            <a:r>
              <a:rPr lang="en-US" sz="1800" b="1" dirty="0"/>
              <a:t>Use Cases</a:t>
            </a:r>
          </a:p>
          <a:p>
            <a:r>
              <a:rPr lang="en-US" sz="1800" dirty="0"/>
              <a:t>User registration and secure login</a:t>
            </a:r>
          </a:p>
          <a:p>
            <a:r>
              <a:rPr lang="en-US" sz="1800" dirty="0"/>
              <a:t>Role-based access to features</a:t>
            </a:r>
          </a:p>
          <a:p>
            <a:r>
              <a:rPr lang="en-US" sz="1800" dirty="0"/>
              <a:t>Create, view, update, and delete recipes</a:t>
            </a:r>
          </a:p>
          <a:p>
            <a:r>
              <a:rPr lang="en-US" sz="1800" dirty="0"/>
              <a:t>Search and filter recipes</a:t>
            </a:r>
          </a:p>
          <a:p>
            <a:r>
              <a:rPr lang="en-US" sz="1800" dirty="0"/>
              <a:t>Like, rate, comment, and bookmark recipes</a:t>
            </a:r>
          </a:p>
          <a:p>
            <a:r>
              <a:rPr lang="en-US" sz="1800" dirty="0"/>
              <a:t>Admin approval and moderation</a:t>
            </a:r>
          </a:p>
          <a:p>
            <a:r>
              <a:rPr lang="en-US" sz="1800" dirty="0"/>
              <a:t>Logout and session management</a:t>
            </a:r>
          </a:p>
          <a:p>
            <a:endParaRPr lang="en-US" sz="1800" dirty="0"/>
          </a:p>
          <a:p>
            <a:pPr marL="0" indent="0">
              <a:spcBef>
                <a:spcPts val="0"/>
              </a:spcBef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scope of the project</a:t>
            </a:r>
            <a:br>
              <a:rPr lang="en-US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web-based Java Full Stack application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secure user authentication and role-based access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CRUD operations with database integration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responsive UI with frontend framework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**Exclude mobile app and third-party integrations in current phase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60954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Roles and Responsibilities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14E3924-FA73-F0AE-93D2-4C03602DC3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4042330"/>
              </p:ext>
            </p:extLst>
          </p:nvPr>
        </p:nvGraphicFramePr>
        <p:xfrm>
          <a:off x="542926" y="1200151"/>
          <a:ext cx="8229600" cy="5383212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8229600">
                  <a:extLst>
                    <a:ext uri="{9D8B030D-6E8A-4147-A177-3AD203B41FA5}">
                      <a16:colId xmlns:a16="http://schemas.microsoft.com/office/drawing/2014/main" val="1496786882"/>
                    </a:ext>
                  </a:extLst>
                </a:gridCol>
              </a:tblGrid>
              <a:tr h="53832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2410030225 – Singireddy Sahasra Reddy</a:t>
                      </a:r>
                      <a:br>
                        <a:rPr lang="en-IN" sz="2400" b="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IN" sz="2400" b="0" dirty="0">
                          <a:solidFill>
                            <a:schemeClr val="tx1"/>
                          </a:solidFill>
                          <a:effectLst/>
                        </a:rPr>
                        <a:t>Backend development, database design, APIs, and authentication.</a:t>
                      </a:r>
                    </a:p>
                    <a:p>
                      <a:pPr>
                        <a:buNone/>
                      </a:pPr>
                      <a:endParaRPr lang="en-IN" sz="24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en-IN" sz="2400" b="0" dirty="0">
                          <a:solidFill>
                            <a:schemeClr val="tx1"/>
                          </a:solidFill>
                          <a:effectLst/>
                        </a:rPr>
                        <a:t>2410030045 – Bhavya Gutta</a:t>
                      </a:r>
                      <a:br>
                        <a:rPr lang="en-IN" sz="2400" b="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IN" sz="2400" b="0" dirty="0">
                          <a:solidFill>
                            <a:schemeClr val="tx1"/>
                          </a:solidFill>
                          <a:effectLst/>
                        </a:rPr>
                        <a:t>Recipe management logic, leaderboard points system, and admin operations.</a:t>
                      </a:r>
                    </a:p>
                    <a:p>
                      <a:pPr>
                        <a:buNone/>
                      </a:pPr>
                      <a:endParaRPr lang="en-IN" sz="24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en-IN" sz="2400" b="0" dirty="0">
                          <a:solidFill>
                            <a:schemeClr val="tx1"/>
                          </a:solidFill>
                          <a:effectLst/>
                        </a:rPr>
                        <a:t>2410030224 – </a:t>
                      </a:r>
                      <a:r>
                        <a:rPr lang="en-IN" sz="2400" b="0" dirty="0" err="1">
                          <a:solidFill>
                            <a:schemeClr val="tx1"/>
                          </a:solidFill>
                          <a:effectLst/>
                        </a:rPr>
                        <a:t>Momula</a:t>
                      </a:r>
                      <a:r>
                        <a:rPr lang="en-IN" sz="2400" b="0" dirty="0">
                          <a:solidFill>
                            <a:schemeClr val="tx1"/>
                          </a:solidFill>
                          <a:effectLst/>
                        </a:rPr>
                        <a:t> Rakshitha</a:t>
                      </a:r>
                      <a:br>
                        <a:rPr lang="en-IN" sz="2400" b="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IN" sz="2400" b="0" dirty="0">
                          <a:solidFill>
                            <a:schemeClr val="tx1"/>
                          </a:solidFill>
                          <a:effectLst/>
                        </a:rPr>
                        <a:t>Frontend development, UI/UX design, and responsive pages.</a:t>
                      </a:r>
                    </a:p>
                    <a:p>
                      <a:pPr>
                        <a:buNone/>
                      </a:pPr>
                      <a:endParaRPr lang="en-IN" sz="24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en-IN" sz="2400" b="0" dirty="0">
                          <a:solidFill>
                            <a:schemeClr val="tx1"/>
                          </a:solidFill>
                          <a:effectLst/>
                        </a:rPr>
                        <a:t>2410030415 – K. Tagore Sai</a:t>
                      </a:r>
                      <a:br>
                        <a:rPr lang="en-IN" sz="2400" b="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IN" sz="2400" b="0" dirty="0">
                          <a:solidFill>
                            <a:schemeClr val="tx1"/>
                          </a:solidFill>
                          <a:effectLst/>
                        </a:rPr>
                        <a:t>Security, real-time features integration, analytics, and documentation.</a:t>
                      </a:r>
                    </a:p>
                    <a:p>
                      <a:pPr>
                        <a:buNone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IN" sz="24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61708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			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4826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462</Words>
  <Application>Microsoft Office PowerPoint</Application>
  <PresentationFormat>On-screen Show (4:3)</PresentationFormat>
  <Paragraphs>68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Office Theme</vt:lpstr>
      <vt:lpstr> CRAVECONNECT A real time recipe sharing platform Review – 1</vt:lpstr>
      <vt:lpstr>Contents</vt:lpstr>
      <vt:lpstr>Technology Stack</vt:lpstr>
      <vt:lpstr>CRAVE CONNECT </vt:lpstr>
      <vt:lpstr>Problem statement </vt:lpstr>
      <vt:lpstr>Target users and use cases </vt:lpstr>
      <vt:lpstr>Overall scope of the project </vt:lpstr>
      <vt:lpstr>Roles and Responsibilities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Full Stack Project Review – 1</dc:title>
  <dc:subject/>
  <dc:creator>Ravi</dc:creator>
  <cp:keywords/>
  <dc:description>generated using python-pptx</dc:description>
  <cp:lastModifiedBy>Bhavya gutta</cp:lastModifiedBy>
  <cp:revision>12</cp:revision>
  <dcterms:created xsi:type="dcterms:W3CDTF">2013-01-27T09:14:16Z</dcterms:created>
  <dcterms:modified xsi:type="dcterms:W3CDTF">2026-01-08T10:15:30Z</dcterms:modified>
  <cp:category/>
</cp:coreProperties>
</file>